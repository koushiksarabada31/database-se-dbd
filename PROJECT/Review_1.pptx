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94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83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7490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PLATFORM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A87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 Doubt Solver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  &amp;  Database (ER) Design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 ·  SECTION 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Sai Kaushik   •   Ch. Ganesh   •   A. Sai Charan Teja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·  KL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pt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167390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5819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Architecture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45920" y="192938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page structure, and how the UI is organized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ppt/icons/pa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61" y="2725461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6334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45920" y="298094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“Catalog &amp; Ledger” visual language — color, type, layout rules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/home/claude/ppt/icons/ve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61" y="3777021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6850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45920" y="403250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schema, vector search, and MongoDB asset storage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75488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/home/claude/ppt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61" y="4828581"/>
            <a:ext cx="419527" cy="4195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4736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645920" y="508406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UI screens to the data they read and write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fast-build React stack — no framework bloat for a project that needs to iterate quickly.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87168" cy="310896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3624" y="2240280"/>
            <a:ext cx="640080" cy="640080"/>
          </a:xfrm>
          <a:prstGeom prst="ellipse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834" y="23234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(Vite)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UI, fast dev server &amp; build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487168" cy="310896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6824" y="2240280"/>
            <a:ext cx="640080" cy="640080"/>
          </a:xfrm>
          <a:prstGeom prst="ellipse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ppt/icons/tailwi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034" y="232349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70332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styling, consistent design tokens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920240"/>
            <a:ext cx="2487168" cy="310896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0024" y="2240280"/>
            <a:ext cx="640080" cy="640080"/>
          </a:xfrm>
          <a:prstGeom prst="ellipse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ppt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234" y="232349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370332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across every screen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69680" y="1920240"/>
            <a:ext cx="2487168" cy="310896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93224" y="2240280"/>
            <a:ext cx="640080" cy="640080"/>
          </a:xfrm>
          <a:prstGeom prst="ellipse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ppt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6434" y="232349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/ Live API layer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52560" y="370332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standalone, swaps to the real FastAPI backend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Screens, One Consistent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the same catalog/ledger visual language and talks to the same API contract.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19856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Signup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8775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entry — student or instructor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61104" y="169164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192024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ppt/icons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084" y="1985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9784" y="189280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Dashboard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35424" y="258775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courses, recent doubts, quick actions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82128" y="169164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10728" y="192024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ppt/icons/catal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108" y="19856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50808" y="189280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Catalog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56448" y="258775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courses &amp; modules as catalog entries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ppt/icons/doub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60" y="431734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22452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 Solver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491947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question, get an AI answer with sources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61104" y="402336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9704" y="425196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ppt/icons/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084" y="431734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9784" y="422452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Doubts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35424" y="491947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with status — pending / answered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82128" y="4023360"/>
            <a:ext cx="3438144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10728" y="4251960"/>
            <a:ext cx="502920" cy="502920"/>
          </a:xfrm>
          <a:prstGeom prst="ellipse">
            <a:avLst/>
          </a:prstGeom>
          <a:solidFill>
            <a:srgbClr val="6E2A3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ppt/icons/instru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6108" y="431734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50808" y="422452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 View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56448" y="4919472"/>
            <a:ext cx="2889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analytics across owned courses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"Catalog &amp; Ledger"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feel like a library catalog &amp; reference desk, not a generic SaaS dashboard.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20240" cy="1371600"/>
          </a:xfrm>
          <a:prstGeom prst="rect">
            <a:avLst/>
          </a:prstGeom>
          <a:solidFill>
            <a:srgbClr val="28333A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Slate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#28333A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24912" y="1691640"/>
            <a:ext cx="1920240" cy="1371600"/>
          </a:xfrm>
          <a:prstGeom prst="rect">
            <a:avLst/>
          </a:prstGeom>
          <a:solidFill>
            <a:srgbClr val="ECEAE4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Parchment Fog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16352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16352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#ECEAE4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9744" y="1691640"/>
            <a:ext cx="1920240" cy="1371600"/>
          </a:xfrm>
          <a:prstGeom prst="rect">
            <a:avLst/>
          </a:prstGeom>
          <a:solidFill>
            <a:srgbClr val="A8742C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01184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01184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#A8742C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94576" y="1691640"/>
            <a:ext cx="1920240" cy="1371600"/>
          </a:xfrm>
          <a:prstGeom prst="rect">
            <a:avLst/>
          </a:prstGeom>
          <a:solidFill>
            <a:srgbClr val="6E2A32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Burgundy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86016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alerts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86016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#6E2A32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79408" y="1691640"/>
            <a:ext cx="1920240" cy="1371600"/>
          </a:xfrm>
          <a:prstGeom prst="rect">
            <a:avLst/>
          </a:prstGeom>
          <a:solidFill>
            <a:srgbClr val="8A9A8C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0848" y="25511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Mist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70848" y="2788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70848" y="1764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#8A9A8C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0" descr="/home/claude/ppt/icons/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768700"/>
            <a:ext cx="372161" cy="37216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25880" y="399592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Headlines: Fraunces (serif, ledger character)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UI: IBM Plex Sans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35040" y="3703320"/>
            <a:ext cx="502920" cy="502920"/>
          </a:xfrm>
          <a:prstGeom prst="ellipse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1" descr="/home/claude/ppt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420" y="3768700"/>
            <a:ext cx="372161" cy="372161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72084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6720840" y="399592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Hairline rules instead of card shadows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Catalog-style lists, not rounded card grids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border-radius (2–4px)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core (PostgreSQL) · Vector search (pgvector) · Unstructured media (MongoDB)</a:t>
            </a:r>
            <a:endParaRPr lang="en-US" sz="1200" dirty="0"/>
          </a:p>
        </p:txBody>
      </p:sp>
      <p:pic>
        <p:nvPicPr>
          <p:cNvPr id="4" name="Image 0" descr="/home/claude/ppt/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6" y="11430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481328"/>
            <a:ext cx="109728" cy="109728"/>
          </a:xfrm>
          <a:prstGeom prst="ellipse">
            <a:avLst/>
          </a:prstGeom>
          <a:solidFill>
            <a:srgbClr val="A8742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9903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60120" y="174650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instructors &amp; admins — the root of every relationship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67128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22576"/>
            <a:ext cx="109728" cy="109728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4028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 → MODULES → COURSE_CONTENT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5877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hierarchy; content is the source material for doubts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163824"/>
            <a:ext cx="109728" cy="109728"/>
          </a:xfrm>
          <a:prstGeom prst="ellipse">
            <a:avLst/>
          </a:prstGeom>
          <a:solidFill>
            <a:srgbClr val="A8742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8152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DOUBTS → DOUBT_RESPONSES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question and its AI/staff-generated answer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005072"/>
            <a:ext cx="109728" cy="109728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2277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DOUBT_RESPONSE_SOURCES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42702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table — tracks exactly which content answered a doubt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690872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846320"/>
            <a:ext cx="109728" cy="109728"/>
          </a:xfrm>
          <a:prstGeom prst="ellipse">
            <a:avLst/>
          </a:prstGeom>
          <a:solidFill>
            <a:srgbClr val="A8742C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764024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CONTENT_EMBEDDINGS (pgvector)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0120" y="511149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chunks powering semantic search for the doubt solver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5687568"/>
            <a:ext cx="109728" cy="109728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60527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COURSE_ASSETS &amp; DOUBT_ATTACHMENTS (MongoDB)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60120" y="595274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schema-less media — images, PDFs, screenshots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373368"/>
            <a:ext cx="10881360" cy="0"/>
          </a:xfrm>
          <a:prstGeom prst="line">
            <a:avLst/>
          </a:prstGeom>
          <a:noFill/>
          <a:ln w="6350">
            <a:solidFill>
              <a:srgbClr val="8A9A8C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Databases, One Purpose Each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persistence: each store is used for exactly what it's best 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38144" cy="384048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3438144" cy="137160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6" name="Shape 4"/>
          <p:cNvSpPr/>
          <p:nvPr/>
        </p:nvSpPr>
        <p:spPr>
          <a:xfrm>
            <a:off x="1993392" y="224028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/icons/postgre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490" y="233537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832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2889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courses, modules, doubts — strict relationships, transactions, ACID guarantees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61104" y="1874520"/>
            <a:ext cx="3438144" cy="384048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1104" y="1874520"/>
            <a:ext cx="3438144" cy="1371600"/>
          </a:xfrm>
          <a:prstGeom prst="rect">
            <a:avLst/>
          </a:prstGeom>
          <a:solidFill>
            <a:srgbClr val="A8742C"/>
          </a:solidFill>
          <a:ln/>
        </p:spPr>
      </p:sp>
      <p:sp>
        <p:nvSpPr>
          <p:cNvPr id="13" name="Shape 10"/>
          <p:cNvSpPr/>
          <p:nvPr/>
        </p:nvSpPr>
        <p:spPr>
          <a:xfrm>
            <a:off x="5614416" y="224028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1" descr="/home/claude/ppt/icons/vecto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9514" y="233537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98264" y="33832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398264" y="37490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35424" y="4160520"/>
            <a:ext cx="2889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embeddings for similarity search — powers the AI doubt solver's retrieval step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82128" y="1874520"/>
            <a:ext cx="3438144" cy="384048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882128" y="1874520"/>
            <a:ext cx="3438144" cy="1371600"/>
          </a:xfrm>
          <a:prstGeom prst="rect">
            <a:avLst/>
          </a:prstGeom>
          <a:solidFill>
            <a:srgbClr val="6E2A32"/>
          </a:solidFill>
          <a:ln/>
        </p:spPr>
      </p:sp>
      <p:sp>
        <p:nvSpPr>
          <p:cNvPr id="20" name="Shape 16"/>
          <p:cNvSpPr/>
          <p:nvPr/>
        </p:nvSpPr>
        <p:spPr>
          <a:xfrm>
            <a:off x="923544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2" descr="/home/claude/ppt/icons/mon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38" y="2335378"/>
            <a:ext cx="541325" cy="5413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19288" y="33832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019288" y="37490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media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156448" y="4160520"/>
            <a:ext cx="2889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assets &amp; doubt attachments — images, PDFs, variable metadata per item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with AI Doubt Solver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490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2743200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 ·  SECTION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Sai Kaushik   •   Ch. Ganesh   •   A. Sai Charan Teja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·  KL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Widescreen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Ganesh CH</cp:lastModifiedBy>
  <cp:revision>1</cp:revision>
  <dcterms:created xsi:type="dcterms:W3CDTF">2026-10-03T08:56:28Z</dcterms:created>
  <dcterms:modified xsi:type="dcterms:W3CDTF">2026-10-05T03:05:09Z</dcterms:modified>
</cp:coreProperties>
</file>