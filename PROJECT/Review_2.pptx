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94" y="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7871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83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058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02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8346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7490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6634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5778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65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ENGINEERING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A87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Multi-Framework APIs, Database Logic &amp; Real-Time Services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3429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CE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(core) · Node.js/Express (real-time) · Spring Boot (catalog)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4069080"/>
            <a:ext cx="2743200" cy="0"/>
          </a:xfrm>
          <a:prstGeom prst="line">
            <a:avLst/>
          </a:prstGeom>
          <a:noFill/>
          <a:ln w="25400">
            <a:solidFill>
              <a:srgbClr val="A874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394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10  ·  SECTION 10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56692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Sai Kaushik   •   Ch. Ganesh   •   A. Sai Charan Teja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6263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&amp; Distributed Backend Development  ·  KL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EA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Walk Through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566928" cy="566928"/>
          </a:xfrm>
          <a:prstGeom prst="ellipse">
            <a:avLst/>
          </a:prstGeom>
          <a:solidFill>
            <a:srgbClr val="A8742C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4" name="Image 0" descr="/home/claude/ppt/icons/site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661" y="1856781"/>
            <a:ext cx="419527" cy="4195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17647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API Architecture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645920" y="2112264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Routers, services, repositories — how FastAPI is organized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22960" y="2834640"/>
            <a:ext cx="566928" cy="566928"/>
          </a:xfrm>
          <a:prstGeom prst="ellipse">
            <a:avLst/>
          </a:prstGeom>
          <a:solidFill>
            <a:srgbClr val="A8742C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8" name="Image 1" descr="/home/claude/ppt/icons/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61" y="2908341"/>
            <a:ext cx="419527" cy="41952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281635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SQL + AI Retrieval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645920" y="3163824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Triggers, procedures, views, and the pgvector-powered doubt solver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22960" y="3886200"/>
            <a:ext cx="566928" cy="566928"/>
          </a:xfrm>
          <a:prstGeom prst="ellipse">
            <a:avLst/>
          </a:prstGeom>
          <a:solidFill>
            <a:srgbClr val="A8742C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2" name="Image 2" descr="/home/claude/ppt/icons/net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61" y="3959901"/>
            <a:ext cx="419527" cy="41952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45920" y="386791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Multi-Framework Services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1645920" y="4215384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Node.js/Express for real-time, Spring Boot for the catalog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822960" y="4937760"/>
            <a:ext cx="566928" cy="566928"/>
          </a:xfrm>
          <a:prstGeom prst="ellipse">
            <a:avLst/>
          </a:prstGeom>
          <a:solidFill>
            <a:srgbClr val="A8742C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6" name="Image 3" descr="/home/claude/ppt/icons/serv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661" y="5011461"/>
            <a:ext cx="419527" cy="41952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45920" y="491947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1645920" y="5266944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all three services connect to the frontend and databases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Engineering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· Team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Frameworks, Three Jobs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backend owns exactly one concern — no overlap, no shared write access.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38144" cy="3931920"/>
          </a:xfrm>
          <a:prstGeom prst="rect">
            <a:avLst/>
          </a:prstGeom>
          <a:solidFill>
            <a:srgbClr val="ECEAE4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3438144" cy="1371600"/>
          </a:xfrm>
          <a:prstGeom prst="rect">
            <a:avLst/>
          </a:prstGeom>
          <a:solidFill>
            <a:srgbClr val="28333A"/>
          </a:solidFill>
          <a:ln/>
        </p:spPr>
      </p:sp>
      <p:sp>
        <p:nvSpPr>
          <p:cNvPr id="6" name="Shape 4"/>
          <p:cNvSpPr/>
          <p:nvPr/>
        </p:nvSpPr>
        <p:spPr>
          <a:xfrm>
            <a:off x="1993392" y="2148840"/>
            <a:ext cx="731520" cy="731520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claude/ppt/icons/fastapi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8490" y="2243938"/>
            <a:ext cx="541325" cy="5413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291840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3657600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28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domain + AI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14400" y="4069080"/>
            <a:ext cx="288950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courses, doubts, RAG pipeline — SQLAlchemy, Motor, pgvector, JWT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61104" y="1783080"/>
            <a:ext cx="3438144" cy="3931920"/>
          </a:xfrm>
          <a:prstGeom prst="rect">
            <a:avLst/>
          </a:prstGeom>
          <a:solidFill>
            <a:srgbClr val="ECEAE4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61104" y="1783080"/>
            <a:ext cx="3438144" cy="1371600"/>
          </a:xfrm>
          <a:prstGeom prst="rect">
            <a:avLst/>
          </a:prstGeom>
          <a:solidFill>
            <a:srgbClr val="A8742C"/>
          </a:solidFill>
          <a:ln/>
        </p:spPr>
      </p:sp>
      <p:sp>
        <p:nvSpPr>
          <p:cNvPr id="13" name="Shape 10"/>
          <p:cNvSpPr/>
          <p:nvPr/>
        </p:nvSpPr>
        <p:spPr>
          <a:xfrm>
            <a:off x="5614416" y="2148840"/>
            <a:ext cx="731520" cy="731520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4" name="Image 1" descr="/home/claude/ppt/icons/node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9514" y="2243938"/>
            <a:ext cx="541325" cy="5413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98264" y="3291840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/ Express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398264" y="3657600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A87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layer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535424" y="4069080"/>
            <a:ext cx="288950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live updates, Mongoose, Redis caching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882128" y="1783080"/>
            <a:ext cx="3438144" cy="3931920"/>
          </a:xfrm>
          <a:prstGeom prst="rect">
            <a:avLst/>
          </a:prstGeom>
          <a:solidFill>
            <a:srgbClr val="ECEAE4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882128" y="1783080"/>
            <a:ext cx="3438144" cy="1371600"/>
          </a:xfrm>
          <a:prstGeom prst="rect">
            <a:avLst/>
          </a:prstGeom>
          <a:solidFill>
            <a:srgbClr val="6E2A32"/>
          </a:solidFill>
          <a:ln/>
        </p:spPr>
      </p:sp>
      <p:sp>
        <p:nvSpPr>
          <p:cNvPr id="20" name="Shape 16"/>
          <p:cNvSpPr/>
          <p:nvPr/>
        </p:nvSpPr>
        <p:spPr>
          <a:xfrm>
            <a:off x="9235440" y="2148840"/>
            <a:ext cx="731520" cy="731520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1" name="Image 2" descr="/home/claude/ppt/icons/spring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0538" y="2243938"/>
            <a:ext cx="541325" cy="54132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019288" y="3291840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Boot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8019288" y="3657600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reads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156448" y="4069080"/>
            <a:ext cx="288950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over PostgreSQL, Spring Security, Actuator, OpenAPI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Engineering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· Team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EA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— Layered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separation of concerns, not a monolith with routes bolted 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293876" y="1874520"/>
            <a:ext cx="96012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8A9A8C">
                <a:alpha val="60000"/>
              </a:srgbClr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68196" y="2162556"/>
            <a:ext cx="566928" cy="566928"/>
          </a:xfrm>
          <a:prstGeom prst="ellipse">
            <a:avLst/>
          </a:prstGeom>
          <a:solidFill>
            <a:srgbClr val="28333A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ppt/icons/exch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1897" y="2236257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91156" y="20391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Routers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391156" y="24414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users · courses · modules · content · doubts — HTTP in, Pydantic out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94476" y="3017520"/>
            <a:ext cx="0" cy="502920"/>
          </a:xfrm>
          <a:prstGeom prst="line">
            <a:avLst/>
          </a:prstGeom>
          <a:noFill/>
          <a:ln w="19050">
            <a:solidFill>
              <a:srgbClr val="8A9A8C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1293876" y="3520440"/>
            <a:ext cx="96012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8A9A8C">
                <a:alpha val="60000"/>
              </a:srgbClr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568196" y="3808476"/>
            <a:ext cx="566928" cy="566928"/>
          </a:xfrm>
          <a:prstGeom prst="ellipse">
            <a:avLst/>
          </a:prstGeom>
          <a:solidFill>
            <a:srgbClr val="A8742C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2" name="Image 1" descr="/home/claude/ppt/icons/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1897" y="3882177"/>
            <a:ext cx="419527" cy="41952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391156" y="36850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2391156" y="40873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— RAG pipeline, enrollment rules, doubt-resolution flow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94476" y="4663440"/>
            <a:ext cx="0" cy="502920"/>
          </a:xfrm>
          <a:prstGeom prst="line">
            <a:avLst/>
          </a:prstGeom>
          <a:noFill/>
          <a:ln w="19050">
            <a:solidFill>
              <a:srgbClr val="8A9A8C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1293876" y="5166360"/>
            <a:ext cx="96012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8A9A8C">
                <a:alpha val="60000"/>
              </a:srgbClr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568196" y="5454396"/>
            <a:ext cx="566928" cy="566928"/>
          </a:xfrm>
          <a:prstGeom prst="ellipse">
            <a:avLst/>
          </a:prstGeom>
          <a:solidFill>
            <a:srgbClr val="28333A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8" name="Image 2" descr="/home/claude/ppt/icons/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1897" y="5528097"/>
            <a:ext cx="419527" cy="41952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391156" y="53309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Repositories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2391156" y="573328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access — SQLAlchemy queries (Postgres), Motor queries (Mongo)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Engineering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· Team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SQL — Transactions &amp; Stored Logic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logic that lives in PostgreSQL itself, not just in application code.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38144" cy="3566160"/>
          </a:xfrm>
          <a:prstGeom prst="rect">
            <a:avLst/>
          </a:prstGeom>
          <a:solidFill>
            <a:srgbClr val="ECEAE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03120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2980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7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trg_mark_doubt_answered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2971800"/>
            <a:ext cx="2980944" cy="0"/>
          </a:xfrm>
          <a:prstGeom prst="line">
            <a:avLst/>
          </a:prstGeom>
          <a:noFill/>
          <a:ln w="9525">
            <a:solidFill>
              <a:srgbClr val="8A9A8C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154680"/>
            <a:ext cx="298094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flips a doubt's status to 'answered' the moment a response row is inserted — enforced at the database level, not the application.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61104" y="1828800"/>
            <a:ext cx="3438144" cy="3566160"/>
          </a:xfrm>
          <a:prstGeom prst="rect">
            <a:avLst/>
          </a:prstGeom>
          <a:solidFill>
            <a:srgbClr val="ECEAE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9704" y="2103120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Stored Procedure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89704" y="2514600"/>
            <a:ext cx="2980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7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enroll_student()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9704" y="2971800"/>
            <a:ext cx="2980944" cy="0"/>
          </a:xfrm>
          <a:prstGeom prst="line">
            <a:avLst/>
          </a:prstGeom>
          <a:noFill/>
          <a:ln w="9525">
            <a:solidFill>
              <a:srgbClr val="8A9A8C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9704" y="3154680"/>
            <a:ext cx="298094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Enrolls a student in a course idempotently — safe to call repeatedly without creating duplicate enrollment rows.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82128" y="1828800"/>
            <a:ext cx="3438144" cy="3566160"/>
          </a:xfrm>
          <a:prstGeom prst="rect">
            <a:avLst/>
          </a:prstGeom>
          <a:solidFill>
            <a:srgbClr val="ECEAE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10728" y="2103120"/>
            <a:ext cx="2980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10728" y="2514600"/>
            <a:ext cx="29809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7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course_doubt_analytics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10728" y="2971800"/>
            <a:ext cx="2980944" cy="0"/>
          </a:xfrm>
          <a:prstGeom prst="line">
            <a:avLst/>
          </a:prstGeom>
          <a:noFill/>
          <a:ln w="9525">
            <a:solidFill>
              <a:srgbClr val="8A9A8C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10728" y="3154680"/>
            <a:ext cx="298094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Pre-aggregated doubt counts (total / pending / answered) per course, powering the instructor analytics endpoint.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· Team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EA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Doubt Solver — Retrieval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over course content, grounded in what's actually retrieved.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96596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1308" y="2377440"/>
            <a:ext cx="603504" cy="603504"/>
          </a:xfrm>
          <a:prstGeom prst="ellipse">
            <a:avLst/>
          </a:prstGeom>
          <a:solidFill>
            <a:srgbClr val="A8742C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ppt/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764" y="2455896"/>
            <a:ext cx="446593" cy="4465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1546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352044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Student's question is embedded into a vector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606040" y="3429000"/>
            <a:ext cx="155448" cy="0"/>
          </a:xfrm>
          <a:prstGeom prst="line">
            <a:avLst/>
          </a:prstGeom>
          <a:noFill/>
          <a:ln w="25400">
            <a:solidFill>
              <a:srgbClr val="A8742C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761488" y="2103120"/>
            <a:ext cx="196596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42716" y="2377440"/>
            <a:ext cx="603504" cy="603504"/>
          </a:xfrm>
          <a:prstGeom prst="ellipse">
            <a:avLst/>
          </a:prstGeom>
          <a:solidFill>
            <a:srgbClr val="A8742C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2" name="Image 1" descr="/home/claude/ppt/icons/ve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1172" y="2455896"/>
            <a:ext cx="446593" cy="4465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52928" y="31546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898648" y="352044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cosine similarity over content_embeddings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727448" y="3429000"/>
            <a:ext cx="155448" cy="0"/>
          </a:xfrm>
          <a:prstGeom prst="line">
            <a:avLst/>
          </a:prstGeom>
          <a:noFill/>
          <a:ln w="25400">
            <a:solidFill>
              <a:srgbClr val="A8742C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4882896" y="2103120"/>
            <a:ext cx="196596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564124" y="2377440"/>
            <a:ext cx="603504" cy="603504"/>
          </a:xfrm>
          <a:prstGeom prst="ellipse">
            <a:avLst/>
          </a:prstGeom>
          <a:solidFill>
            <a:srgbClr val="A8742C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8" name="Image 2" descr="/home/claude/ppt/icons/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2580" y="2455896"/>
            <a:ext cx="446593" cy="4465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74336" y="31546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020056" y="352044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matching course_content chunks returned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848856" y="3429000"/>
            <a:ext cx="155448" cy="0"/>
          </a:xfrm>
          <a:prstGeom prst="line">
            <a:avLst/>
          </a:prstGeom>
          <a:noFill/>
          <a:ln w="25400">
            <a:solidFill>
              <a:srgbClr val="A8742C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7004304" y="2103120"/>
            <a:ext cx="196596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685532" y="2377440"/>
            <a:ext cx="603504" cy="603504"/>
          </a:xfrm>
          <a:prstGeom prst="ellipse">
            <a:avLst/>
          </a:prstGeom>
          <a:solidFill>
            <a:srgbClr val="A8742C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4" name="Image 3" descr="/home/claude/ppt/icons/rob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3988" y="2455896"/>
            <a:ext cx="446593" cy="44659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95744" y="31546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7141464" y="352044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synthesized from the retrieved content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8970264" y="3429000"/>
            <a:ext cx="155448" cy="0"/>
          </a:xfrm>
          <a:prstGeom prst="line">
            <a:avLst/>
          </a:prstGeom>
          <a:noFill/>
          <a:ln w="25400">
            <a:solidFill>
              <a:srgbClr val="A8742C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9125712" y="2103120"/>
            <a:ext cx="196596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9806940" y="2377440"/>
            <a:ext cx="603504" cy="603504"/>
          </a:xfrm>
          <a:prstGeom prst="ellipse">
            <a:avLst/>
          </a:prstGeom>
          <a:solidFill>
            <a:srgbClr val="A8742C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0" name="Image 4" descr="/home/claude/ppt/icons/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85396" y="2455896"/>
            <a:ext cx="446593" cy="44659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217152" y="31546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9262872" y="352044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doubt_responses + doubt_response_sources saved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Engineering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· Team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FastAPI — Two More Services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called directly by the frontend for one specific feature.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99516" y="1828800"/>
            <a:ext cx="5212080" cy="777240"/>
          </a:xfrm>
          <a:prstGeom prst="rect">
            <a:avLst/>
          </a:prstGeom>
          <a:solidFill>
            <a:srgbClr val="28333A"/>
          </a:solidFill>
          <a:ln/>
        </p:spPr>
      </p:sp>
      <p:sp>
        <p:nvSpPr>
          <p:cNvPr id="5" name="Shape 3"/>
          <p:cNvSpPr/>
          <p:nvPr/>
        </p:nvSpPr>
        <p:spPr>
          <a:xfrm>
            <a:off x="882396" y="1938528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ppt/icons/node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" y="2009851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13916" y="198424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realtime-service (Node.js)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45236" y="2907792"/>
            <a:ext cx="91440" cy="91440"/>
          </a:xfrm>
          <a:prstGeom prst="ellipse">
            <a:avLst/>
          </a:prstGeom>
          <a:solidFill>
            <a:srgbClr val="28333A"/>
          </a:solidFill>
          <a:ln/>
        </p:spPr>
      </p:sp>
      <p:sp>
        <p:nvSpPr>
          <p:cNvPr id="9" name="Text 6"/>
          <p:cNvSpPr/>
          <p:nvPr/>
        </p:nvSpPr>
        <p:spPr>
          <a:xfrm>
            <a:off x="973836" y="276148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— live doubt-status updates pushed to the student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45236" y="3566160"/>
            <a:ext cx="91440" cy="91440"/>
          </a:xfrm>
          <a:prstGeom prst="ellipse">
            <a:avLst/>
          </a:prstGeom>
          <a:solidFill>
            <a:srgbClr val="28333A"/>
          </a:solidFill>
          <a:ln/>
        </p:spPr>
      </p:sp>
      <p:sp>
        <p:nvSpPr>
          <p:cNvPr id="11" name="Text 8"/>
          <p:cNvSpPr/>
          <p:nvPr/>
        </p:nvSpPr>
        <p:spPr>
          <a:xfrm>
            <a:off x="973836" y="341985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JWT verification (same secret as FastAPI)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45236" y="4224528"/>
            <a:ext cx="91440" cy="91440"/>
          </a:xfrm>
          <a:prstGeom prst="ellipse">
            <a:avLst/>
          </a:prstGeom>
          <a:solidFill>
            <a:srgbClr val="28333A"/>
          </a:solidFill>
          <a:ln/>
        </p:spPr>
      </p:sp>
      <p:sp>
        <p:nvSpPr>
          <p:cNvPr id="13" name="Text 10"/>
          <p:cNvSpPr/>
          <p:nvPr/>
        </p:nvSpPr>
        <p:spPr>
          <a:xfrm>
            <a:off x="973836" y="407822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models over course_assets / doubt_attachments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45236" y="4882896"/>
            <a:ext cx="91440" cy="91440"/>
          </a:xfrm>
          <a:prstGeom prst="ellipse">
            <a:avLst/>
          </a:prstGeom>
          <a:solidFill>
            <a:srgbClr val="28333A"/>
          </a:solidFill>
          <a:ln/>
        </p:spPr>
      </p:sp>
      <p:sp>
        <p:nvSpPr>
          <p:cNvPr id="15" name="Text 12"/>
          <p:cNvSpPr/>
          <p:nvPr/>
        </p:nvSpPr>
        <p:spPr>
          <a:xfrm>
            <a:off x="973836" y="473659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 for frequently-read course assets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77356" y="1828800"/>
            <a:ext cx="5212080" cy="777240"/>
          </a:xfrm>
          <a:prstGeom prst="rect">
            <a:avLst/>
          </a:prstGeom>
          <a:solidFill>
            <a:srgbClr val="6E2A32"/>
          </a:solidFill>
          <a:ln/>
        </p:spPr>
      </p:sp>
      <p:sp>
        <p:nvSpPr>
          <p:cNvPr id="17" name="Shape 14"/>
          <p:cNvSpPr/>
          <p:nvPr/>
        </p:nvSpPr>
        <p:spPr>
          <a:xfrm>
            <a:off x="6460236" y="1938528"/>
            <a:ext cx="548640" cy="548640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8" name="Image 1" descr="/home/claude/ppt/icons/spring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559" y="2009851"/>
            <a:ext cx="405994" cy="40599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191756" y="198424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catalog-service (Spring Boot)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6323076" y="2907792"/>
            <a:ext cx="91440" cy="91440"/>
          </a:xfrm>
          <a:prstGeom prst="ellipse">
            <a:avLst/>
          </a:prstGeom>
          <a:solidFill>
            <a:srgbClr val="6E2A32"/>
          </a:solidFill>
          <a:ln/>
        </p:spPr>
      </p:sp>
      <p:sp>
        <p:nvSpPr>
          <p:cNvPr id="21" name="Text 17"/>
          <p:cNvSpPr/>
          <p:nvPr/>
        </p:nvSpPr>
        <p:spPr>
          <a:xfrm>
            <a:off x="6551676" y="276148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repository reading the courses/modules tables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323076" y="3566160"/>
            <a:ext cx="91440" cy="91440"/>
          </a:xfrm>
          <a:prstGeom prst="ellipse">
            <a:avLst/>
          </a:prstGeom>
          <a:solidFill>
            <a:srgbClr val="6E2A32"/>
          </a:solidFill>
          <a:ln/>
        </p:spPr>
      </p:sp>
      <p:sp>
        <p:nvSpPr>
          <p:cNvPr id="23" name="Text 19"/>
          <p:cNvSpPr/>
          <p:nvPr/>
        </p:nvSpPr>
        <p:spPr>
          <a:xfrm>
            <a:off x="6551676" y="341985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JWT filter (validate-only, no login here)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323076" y="4224528"/>
            <a:ext cx="91440" cy="91440"/>
          </a:xfrm>
          <a:prstGeom prst="ellipse">
            <a:avLst/>
          </a:prstGeom>
          <a:solidFill>
            <a:srgbClr val="6E2A32"/>
          </a:solidFill>
          <a:ln/>
        </p:spPr>
      </p:sp>
      <p:sp>
        <p:nvSpPr>
          <p:cNvPr id="25" name="Text 21"/>
          <p:cNvSpPr/>
          <p:nvPr/>
        </p:nvSpPr>
        <p:spPr>
          <a:xfrm>
            <a:off x="6551676" y="407822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springdoc OpenAPI — Swagger UI out of the box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323076" y="4882896"/>
            <a:ext cx="91440" cy="91440"/>
          </a:xfrm>
          <a:prstGeom prst="ellipse">
            <a:avLst/>
          </a:prstGeom>
          <a:solidFill>
            <a:srgbClr val="6E2A32"/>
          </a:solidFill>
          <a:ln/>
        </p:spPr>
      </p:sp>
      <p:sp>
        <p:nvSpPr>
          <p:cNvPr id="27" name="Text 23"/>
          <p:cNvSpPr/>
          <p:nvPr/>
        </p:nvSpPr>
        <p:spPr>
          <a:xfrm>
            <a:off x="6551676" y="473659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@Async endpoint demonstrating async task handling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Engineering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· Team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EA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8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three services connect to the frontend and the databases.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351276" y="1463040"/>
            <a:ext cx="5486400" cy="502920"/>
          </a:xfrm>
          <a:prstGeom prst="rect">
            <a:avLst/>
          </a:prstGeom>
          <a:solidFill>
            <a:srgbClr val="28333A"/>
          </a:solidFill>
          <a:ln/>
        </p:spPr>
      </p:sp>
      <p:sp>
        <p:nvSpPr>
          <p:cNvPr id="5" name="Text 3"/>
          <p:cNvSpPr/>
          <p:nvPr/>
        </p:nvSpPr>
        <p:spPr>
          <a:xfrm>
            <a:off x="3351276" y="14630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Frontend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 flipH="1">
            <a:off x="2528316" y="1965960"/>
            <a:ext cx="3566160" cy="365760"/>
          </a:xfrm>
          <a:prstGeom prst="line">
            <a:avLst/>
          </a:prstGeom>
          <a:noFill/>
          <a:ln w="15875">
            <a:solidFill>
              <a:srgbClr val="8A9A8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82396" y="2331720"/>
            <a:ext cx="3291840" cy="685800"/>
          </a:xfrm>
          <a:prstGeom prst="rect">
            <a:avLst/>
          </a:prstGeom>
          <a:solidFill>
            <a:srgbClr val="28333A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46988" y="2436876"/>
            <a:ext cx="475488" cy="475488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0" descr="/home/claude/ppt/icons/fastapi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801" y="2498689"/>
            <a:ext cx="351861" cy="35186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59636" y="23317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(core)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528316" y="3017520"/>
            <a:ext cx="0" cy="457200"/>
          </a:xfrm>
          <a:prstGeom prst="line">
            <a:avLst/>
          </a:prstGeom>
          <a:noFill/>
          <a:ln w="15875">
            <a:solidFill>
              <a:srgbClr val="8A9A8C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882396" y="3474720"/>
            <a:ext cx="3291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8A9A8C">
                <a:alpha val="7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19556" y="347472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8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8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(shared)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094476" y="1965960"/>
            <a:ext cx="9144" cy="365760"/>
          </a:xfrm>
          <a:prstGeom prst="line">
            <a:avLst/>
          </a:prstGeom>
          <a:noFill/>
          <a:ln w="15875">
            <a:solidFill>
              <a:srgbClr val="8A9A8C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4448556" y="2331720"/>
            <a:ext cx="3291840" cy="685800"/>
          </a:xfrm>
          <a:prstGeom prst="rect">
            <a:avLst/>
          </a:prstGeom>
          <a:solidFill>
            <a:srgbClr val="A8742C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13148" y="2436876"/>
            <a:ext cx="475488" cy="475488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7" name="Image 1" descr="/home/claude/ppt/icons/node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61" y="2498689"/>
            <a:ext cx="351861" cy="35186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225796" y="23317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(real-time)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094476" y="3017520"/>
            <a:ext cx="0" cy="457200"/>
          </a:xfrm>
          <a:prstGeom prst="line">
            <a:avLst/>
          </a:prstGeom>
          <a:noFill/>
          <a:ln w="15875">
            <a:solidFill>
              <a:srgbClr val="8A9A8C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4448556" y="3474720"/>
            <a:ext cx="3291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8A9A8C">
                <a:alpha val="70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585716" y="347472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8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(shared)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8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Redis cache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094476" y="1965960"/>
            <a:ext cx="3566160" cy="365760"/>
          </a:xfrm>
          <a:prstGeom prst="line">
            <a:avLst/>
          </a:prstGeom>
          <a:noFill/>
          <a:ln w="15875">
            <a:solidFill>
              <a:srgbClr val="8A9A8C"/>
            </a:solidFill>
            <a:prstDash val="solid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8014716" y="2331720"/>
            <a:ext cx="3291840" cy="685800"/>
          </a:xfrm>
          <a:prstGeom prst="rect">
            <a:avLst/>
          </a:prstGeom>
          <a:solidFill>
            <a:srgbClr val="6E2A3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179308" y="2436876"/>
            <a:ext cx="475488" cy="475488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5" name="Image 2" descr="/home/claude/ppt/icons/spring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1121" y="2498689"/>
            <a:ext cx="351861" cy="351861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791956" y="23317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Boot (catalog)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9660636" y="3017520"/>
            <a:ext cx="0" cy="457200"/>
          </a:xfrm>
          <a:prstGeom prst="line">
            <a:avLst/>
          </a:prstGeom>
          <a:noFill/>
          <a:ln w="15875">
            <a:solidFill>
              <a:srgbClr val="8A9A8C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8014716" y="3474720"/>
            <a:ext cx="3291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8A9A8C">
                <a:alpha val="70000"/>
              </a:srgbClr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151876" y="347472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8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(read)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8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(shared)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640080" y="5440680"/>
            <a:ext cx="10881360" cy="0"/>
          </a:xfrm>
          <a:prstGeom prst="line">
            <a:avLst/>
          </a:prstGeom>
          <a:noFill/>
          <a:ln w="9525">
            <a:solidFill>
              <a:srgbClr val="8A9A8C">
                <a:alpha val="50000"/>
              </a:srgbClr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deliberately: no API gateway or service mesh between these three — each is called directly by the frontend. Full microservices decomposition (CO5) is the planned next step.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Engineering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· Team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83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058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02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8346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7490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6634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577840"/>
            <a:ext cx="12188952" cy="0"/>
          </a:xfrm>
          <a:prstGeom prst="line">
            <a:avLst/>
          </a:prstGeom>
          <a:noFill/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860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87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3749040"/>
            <a:ext cx="2743200" cy="0"/>
          </a:xfrm>
          <a:prstGeom prst="line">
            <a:avLst/>
          </a:prstGeom>
          <a:noFill/>
          <a:ln w="25400">
            <a:solidFill>
              <a:srgbClr val="A874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206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10  ·  SECTION 10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44805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Sai Kaushik   •   Ch. Ganesh   •   A. Sai Charan Teja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4983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&amp; Distributed Backend Development  ·  KL University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694</Words>
  <Application>Microsoft Office PowerPoint</Application>
  <PresentationFormat>Widescreen</PresentationFormat>
  <Paragraphs>110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Ganesh CH</cp:lastModifiedBy>
  <cp:revision>1</cp:revision>
  <dcterms:created xsi:type="dcterms:W3CDTF">2026-10-03T08:59:43Z</dcterms:created>
  <dcterms:modified xsi:type="dcterms:W3CDTF">2026-10-05T03:05:59Z</dcterms:modified>
</cp:coreProperties>
</file>